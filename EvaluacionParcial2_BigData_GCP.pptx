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00B0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09728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26680" y="109728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109728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49640" y="109728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50876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150876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150876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150876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192024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192024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92024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192024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233172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26680" y="233172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233172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2331720"/>
            <a:ext cx="109728" cy="109728"/>
          </a:xfrm>
          <a:prstGeom prst="ellipse">
            <a:avLst/>
          </a:prstGeom>
          <a:solidFill>
            <a:srgbClr val="00B0FF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822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141732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Básicos con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 GCP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566928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63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AVY1101 · Instrucciones: 04 de mayo · Entrega: 01 de junio, 23:59 hrs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1920240" cy="8229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97480" y="3840480"/>
            <a:ext cx="1920240" cy="8229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9748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3840480"/>
            <a:ext cx="1920240" cy="8229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95160" y="3840480"/>
            <a:ext cx="1920240" cy="8229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9516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DuocUC · Big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DEBEN HACER?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grandes volúmenes de datos usando Google Cloud Platform (GCP) en modalidad Batch,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ingesta hasta la visualización de insights.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20116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828800"/>
            <a:ext cx="201168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&amp; Ingesta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fuentes de datos (BD, archivos, APIs). Descargar y cargar al DataLake.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828800"/>
            <a:ext cx="20116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828800"/>
            <a:ext cx="20116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 en GCP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DataLake con BigQuery o Cloud Storage para almacenar grandes volúmenes.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828800"/>
            <a:ext cx="20116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828800"/>
            <a:ext cx="201168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&amp; Transformación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Normalización, agregación, validación, deduplicación y enriquecimiento Batch.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67144" y="1828800"/>
            <a:ext cx="20116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67144" y="1828800"/>
            <a:ext cx="2011680" cy="502920"/>
          </a:xfrm>
          <a:prstGeom prst="rect">
            <a:avLst/>
          </a:prstGeom>
          <a:solidFill>
            <a:srgbClr val="00B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58584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29718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gráficos representativos con insights relevantes y predictivos del proceso.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892040"/>
            <a:ext cx="8686800" cy="0"/>
          </a:xfrm>
          <a:prstGeom prst="line">
            <a:avLst/>
          </a:prstGeom>
          <a:noFill/>
          <a:ln w="6350">
            <a:solidFill>
              <a:srgbClr val="90A4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procesos deben ejecutarse en Google Skills Boost — elegir un lab con tiempo suficiente para completar el flujo completo.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GOOGLE SKILLS BOOST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00B0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ELEGIR EL LAB CORRECTO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Lab con duración ≥ 2 horas (cubrir pipeline completo)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Incluya BigQuery y/o Cloud Storage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Permita ingesta de datos en múltiples formatos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Contemple transformación/limpieza de datos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Ofrezca visualización o Looker Studio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Permita capturas como evidencia de avance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RECOMENDADOS (referencia)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444752"/>
            <a:ext cx="4023360" cy="5669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into BigQuery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09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· BigQuery ·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4023360" cy="5669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Dataflow: Batch Processing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386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· Apache Beam · ETL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798064"/>
            <a:ext cx="4023360" cy="5669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Data Pipeline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063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GCS · BigQuery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4023360" cy="5669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Studio: Dashboards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739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· 4 gráficos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4151376"/>
            <a:ext cx="4023360" cy="566928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Processing on GCP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416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· Limpieza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Seleccionen un solo lab que permita demostrar TODO el pipeline. Capturen evidencia de cada paso.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CON IA GENERATIVA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disponen de datos reales, genérenlos con herramientas de IA y valídenlos con fuentes reales.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CSV/JSON estructurados y realistas según dominio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13716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tabulares con distribuciones y correlaciones definidas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Google Colab para generar y exportar datos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73152" cy="1920240"/>
          </a:xfrm>
          <a:prstGeom prst="rect">
            <a:avLst/>
          </a:prstGeom>
          <a:solidFill>
            <a:srgbClr val="00B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718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PARA DATOS GENERADOS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Deben ser verosímiles: rangos, tipos y relaciones coherentes con el dominio real elegido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Incluir múltiples formatos: CSV, JSON, Parquet o similares (mínimo 2 formatos distintos)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Contener errores intencionales para demostrar limpieza: nulos, duplicados, formatos incorrectos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4256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Volumen suficiente: al menos varios miles de registros para demostrar procesamiento Batch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TÉCNICOS REQUERIDOS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17373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" cy="17373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" y="1463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Errores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3560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fallos en cada etapa del pipeline. Implementar try/catch o manejo de excepciones para que el proceso no se detenga ante un error puntual.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17373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" cy="173736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4630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Duplicados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43560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hacer si un archivo o registro ya existe. Definir política: ignorar, sobreescribir o registrar el duplicado según lo visto en clases.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160520" cy="17373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880360"/>
            <a:ext cx="411480" cy="17373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" y="3383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Actividad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3558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log de ejecuciones. Definir si un proceso ejecutado puede re-ejecutarse, bloquearse o requiere autorización para volver a correr.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60520" cy="173736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411480" cy="17373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3383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29718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Datos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35584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datos y procesos manteniendo trazabilidad desde el origen. Permitir reprocesar datos históricos en fechas específicas (retroalimentación Batch).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controles son evaluados en la rúbrica — evidenciar cada uno en el informe y la presentación.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 EVALUACIÓN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280160"/>
                <a:gridCol w="1280160"/>
                <a:gridCol w="1280160"/>
                <a:gridCol w="640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36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50292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 ENCARGO (30%)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Carga Batch (formatos/fuentes)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6-7 aspectos completos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 aspectos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aspectos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aspectos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Almacenamiento para limpieza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info almacenada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info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info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info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Limpieza y transformación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 aspectos (norm, agr, val, dedup)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aspectos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aspectos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aspecto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Gráficos con insights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gráficos completos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gráficos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gráficos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gráfico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0292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 PRESENTACIÓN (70%) — mismos 4 indicadores, evaluación individual con justificación técnica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Ponderaciones presentación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Batch: 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Almacenamiento: 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Limpieza/Trans: 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Gráficos: 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calificación es individual aunque el encargo se desarrolle en duplas.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ENTREGA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023360" cy="3977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023360" cy="457200"/>
          </a:xfrm>
          <a:prstGeom prst="rect">
            <a:avLst/>
          </a:prstGeom>
          <a:solidFill>
            <a:srgbClr val="00B0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INFORME (Encargo)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AVA · formato PDF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10 páginas · Arial o Calibri 10-12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 con sección, nombre y RUT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609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e Índice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4495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Desarrollo: todos los pasos del encargo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evidencia de GCP/Labs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81304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con recursos utilizados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1970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Fuera de plazo → nota 1.0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97680" cy="3977640"/>
          </a:xfrm>
          <a:prstGeom prst="rect">
            <a:avLst/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PRESENTACIÓN (Defensa)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de presentación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8928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de preguntas (cualquier integrante)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2768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10 láminas — slides de apoyo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6609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lógica con diagramas y flujos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0449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entrega gerencial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4290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equitativa entre integrantes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813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técnico con terminología apropiada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1970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alto cómputo · evaluación individual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CIERRE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624328"/>
            <a:ext cx="420624" cy="420624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Mayo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3127248"/>
            <a:ext cx="1554480" cy="169164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182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la evaluación parcial N°2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262432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3127248"/>
            <a:ext cx="1554480" cy="16916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30552" y="3182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&amp; DataLake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0552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GCP, elegir lab, cargar datos al DataLake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79392" y="2624328"/>
            <a:ext cx="420624" cy="420624"/>
          </a:xfrm>
          <a:prstGeom prst="ellips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0390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3127248"/>
            <a:ext cx="1554480" cy="16916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9624" y="3182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 &amp; Limpieza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9624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Batch, validaciones y controles técnicos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98464" y="2624328"/>
            <a:ext cx="420624" cy="420624"/>
          </a:xfrm>
          <a:prstGeom prst="ellipse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22976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22976" y="3127248"/>
            <a:ext cx="1554480" cy="169164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68696" y="3182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Informe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68696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gráficos, redacción PDF y preparar presentación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17536" y="2624328"/>
            <a:ext cx="420624" cy="420624"/>
          </a:xfrm>
          <a:prstGeom prst="ellipse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42048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Junio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23:59 hrs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42048" y="3127248"/>
            <a:ext cx="1554480" cy="169164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87768" y="3182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87768" y="3657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subido a AVA + Presentación semana 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más información, revisa el PDF disponible en AVA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Parcial N°2 - Big Data en GCP</dc:title>
  <dc:subject>PptxGenJS Presentation</dc:subject>
  <dc:creator>PptxGenJS</dc:creator>
  <cp:lastModifiedBy>PptxGenJS</cp:lastModifiedBy>
  <cp:revision>1</cp:revision>
  <dcterms:created xsi:type="dcterms:W3CDTF">2026-05-04T03:35:49Z</dcterms:created>
  <dcterms:modified xsi:type="dcterms:W3CDTF">2026-05-04T03:35:49Z</dcterms:modified>
</cp:coreProperties>
</file>